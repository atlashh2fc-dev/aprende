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11afa819f74206" /><Relationship Type="http://schemas.openxmlformats.org/officeDocument/2006/relationships/extended-properties" Target="/docProps/app.xml" Id="R7bb88f1dcd814721" /><Relationship Type="http://schemas.openxmlformats.org/officeDocument/2006/relationships/officeDocument" Target="/ppt/presentation.xml" Id="Rbc0007ad70fc41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626b96f0474b7c"/>
  </p:sldMasterIdLst>
  <p:notesMasterIdLst>
    <p:notesMasterId xmlns:r="http://schemas.openxmlformats.org/officeDocument/2006/relationships" r:id="R332fc9d7ad974a83"/>
  </p:notesMasterIdLst>
  <p:sldIdLst>
    <p:sldId xmlns:r="http://schemas.openxmlformats.org/officeDocument/2006/relationships" id="256" r:id="R1d851d4d0c164c3a"/>
    <p:sldId xmlns:r="http://schemas.openxmlformats.org/officeDocument/2006/relationships" id="257" r:id="R6ad36d2b2f514f99"/>
    <p:sldId xmlns:r="http://schemas.openxmlformats.org/officeDocument/2006/relationships" id="258" r:id="R98cc48979a2d4ef5"/>
    <p:sldId xmlns:r="http://schemas.openxmlformats.org/officeDocument/2006/relationships" id="259" r:id="R07eca6baa33f4ee6"/>
    <p:sldId xmlns:r="http://schemas.openxmlformats.org/officeDocument/2006/relationships" id="260" r:id="Rfa7b60c1f32549cc"/>
    <p:sldId xmlns:r="http://schemas.openxmlformats.org/officeDocument/2006/relationships" id="261" r:id="R57b1aeaa0464407d"/>
    <p:sldId xmlns:r="http://schemas.openxmlformats.org/officeDocument/2006/relationships" id="262" r:id="Rc0940d8bb0164ebc"/>
    <p:sldId xmlns:r="http://schemas.openxmlformats.org/officeDocument/2006/relationships" id="263" r:id="R372580120dab4412"/>
    <p:sldId xmlns:r="http://schemas.openxmlformats.org/officeDocument/2006/relationships" id="264" r:id="R8b26e5ca2dd44e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8cde0387624752" /><Relationship Type="http://schemas.openxmlformats.org/officeDocument/2006/relationships/slideMaster" Target="/ppt/slideMasters/slideMaster1.xml" Id="R92626b96f0474b7c" /><Relationship Type="http://schemas.openxmlformats.org/officeDocument/2006/relationships/notesMaster" Target="/ppt/notesMasters/notesMaster1.xml" Id="R332fc9d7ad974a83" /><Relationship Type="http://schemas.openxmlformats.org/officeDocument/2006/relationships/presProps" Target="/ppt/presProps.xml" Id="R77fc1a6f1f424f22" /><Relationship Type="http://schemas.openxmlformats.org/officeDocument/2006/relationships/tableStyles" Target="/ppt/tableStyles.xml" Id="R02f5111fec9e4347" /><Relationship Type="http://schemas.openxmlformats.org/officeDocument/2006/relationships/slide" Target="/ppt/slides/slide1.xml" Id="R1d851d4d0c164c3a" /><Relationship Type="http://schemas.openxmlformats.org/officeDocument/2006/relationships/slide" Target="/ppt/slides/slide2.xml" Id="R6ad36d2b2f514f99" /><Relationship Type="http://schemas.openxmlformats.org/officeDocument/2006/relationships/slide" Target="/ppt/slides/slide3.xml" Id="R98cc48979a2d4ef5" /><Relationship Type="http://schemas.openxmlformats.org/officeDocument/2006/relationships/slide" Target="/ppt/slides/slide4.xml" Id="R07eca6baa33f4ee6" /><Relationship Type="http://schemas.openxmlformats.org/officeDocument/2006/relationships/slide" Target="/ppt/slides/slide5.xml" Id="Rfa7b60c1f32549cc" /><Relationship Type="http://schemas.openxmlformats.org/officeDocument/2006/relationships/slide" Target="/ppt/slides/slide6.xml" Id="R57b1aeaa0464407d" /><Relationship Type="http://schemas.openxmlformats.org/officeDocument/2006/relationships/slide" Target="/ppt/slides/slide7.xml" Id="Rc0940d8bb0164ebc" /><Relationship Type="http://schemas.openxmlformats.org/officeDocument/2006/relationships/slide" Target="/ppt/slides/slide8.xml" Id="R372580120dab4412" /><Relationship Type="http://schemas.openxmlformats.org/officeDocument/2006/relationships/slide" Target="/ppt/slides/slide9.xml" Id="R8b26e5ca2dd44e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a55be0d2eb40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8cdc93ffa24d92" /><Relationship Type="http://schemas.openxmlformats.org/officeDocument/2006/relationships/notesMaster" Target="/ppt/notesMasters/notesMaster1.xml" Id="Rbc44cc01bbb443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ff01033fa24550" /><Relationship Type="http://schemas.openxmlformats.org/officeDocument/2006/relationships/notesMaster" Target="/ppt/notesMasters/notesMaster1.xml" Id="R07e0b8a0225f42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9b962d2d3d4c9e" /><Relationship Type="http://schemas.openxmlformats.org/officeDocument/2006/relationships/notesMaster" Target="/ppt/notesMasters/notesMaster1.xml" Id="R22e99c00c19540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ce01f7a45d41c6" /><Relationship Type="http://schemas.openxmlformats.org/officeDocument/2006/relationships/notesMaster" Target="/ppt/notesMasters/notesMaster1.xml" Id="R83adde4e236e40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f34c606d474206" /><Relationship Type="http://schemas.openxmlformats.org/officeDocument/2006/relationships/notesMaster" Target="/ppt/notesMasters/notesMaster1.xml" Id="R13f71aa9890f48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a87334878d4e5b" /><Relationship Type="http://schemas.openxmlformats.org/officeDocument/2006/relationships/notesMaster" Target="/ppt/notesMasters/notesMaster1.xml" Id="Rfe1669c0a57a49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07329cb1594cfd" /><Relationship Type="http://schemas.openxmlformats.org/officeDocument/2006/relationships/notesMaster" Target="/ppt/notesMasters/notesMaster1.xml" Id="R9034e3da32614a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9d59bce31c47ec" /><Relationship Type="http://schemas.openxmlformats.org/officeDocument/2006/relationships/notesMaster" Target="/ppt/notesMasters/notesMaster1.xml" Id="R24b69ee4cd8148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81345f5aa34aaa" /><Relationship Type="http://schemas.openxmlformats.org/officeDocument/2006/relationships/notesMaster" Target="/ppt/notesMasters/notesMaster1.xml" Id="Refd07628cc5a48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abc4aff5c4a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4a3a56583c4817" /><Relationship Type="http://schemas.openxmlformats.org/officeDocument/2006/relationships/slideLayout" Target="/ppt/slideLayouts/slideLayout1.xml" Id="R2b4d7c7b310247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4d7c7b310247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91df3a1e5492e" /><Relationship Type="http://schemas.openxmlformats.org/officeDocument/2006/relationships/image" Target="/ppt/media/image.jpeg" Id="Rff6d06209c44469a" /><Relationship Type="http://schemas.openxmlformats.org/officeDocument/2006/relationships/notesSlide" Target="/ppt/notesSlides/notesSlide1.xml" Id="R752c2a0ea6ee4a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f5e5936714597" /><Relationship Type="http://schemas.openxmlformats.org/officeDocument/2006/relationships/notesSlide" Target="/ppt/notesSlides/notesSlide2.xml" Id="Rc83d1072fa6844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6fd103b3d449b" /><Relationship Type="http://schemas.openxmlformats.org/officeDocument/2006/relationships/notesSlide" Target="/ppt/notesSlides/notesSlide3.xml" Id="R903fa002074b44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5c02f59af41ff" /><Relationship Type="http://schemas.openxmlformats.org/officeDocument/2006/relationships/image" Target="/ppt/media/image2.jpeg" Id="R4101c0f1e60e4064" /><Relationship Type="http://schemas.openxmlformats.org/officeDocument/2006/relationships/notesSlide" Target="/ppt/notesSlides/notesSlide4.xml" Id="R88cf7090ae3a4a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4dc9bac924ae5" /><Relationship Type="http://schemas.openxmlformats.org/officeDocument/2006/relationships/image" Target="/ppt/media/image3.jpeg" Id="Rcca6e680285e40cb" /><Relationship Type="http://schemas.openxmlformats.org/officeDocument/2006/relationships/notesSlide" Target="/ppt/notesSlides/notesSlide5.xml" Id="Rd092fd89a43d4e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8016092b84bfe" /><Relationship Type="http://schemas.openxmlformats.org/officeDocument/2006/relationships/image" Target="/ppt/media/image4.jpeg" Id="R349ac9dc6f674d8f" /><Relationship Type="http://schemas.openxmlformats.org/officeDocument/2006/relationships/notesSlide" Target="/ppt/notesSlides/notesSlide6.xml" Id="Rda446efd0eb949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a2f4f6ef44a9c" /><Relationship Type="http://schemas.openxmlformats.org/officeDocument/2006/relationships/image" Target="/ppt/media/image5.jpeg" Id="Rab0b1dfba5a84016" /><Relationship Type="http://schemas.openxmlformats.org/officeDocument/2006/relationships/notesSlide" Target="/ppt/notesSlides/notesSlide7.xml" Id="R0f1306e1e6614c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a3668d737429b" /><Relationship Type="http://schemas.openxmlformats.org/officeDocument/2006/relationships/image" Target="/ppt/media/image6.jpeg" Id="R05b3333e23f040c1" /><Relationship Type="http://schemas.openxmlformats.org/officeDocument/2006/relationships/notesSlide" Target="/ppt/notesSlides/notesSlide8.xml" Id="Rfa3041484a844a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7ea30dd79421f" /><Relationship Type="http://schemas.openxmlformats.org/officeDocument/2006/relationships/notesSlide" Target="/ppt/notesSlides/notesSlide9.xml" Id="R53aa2487b84e43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0D0489-08AF-4A69-B8A9-C74F7DCC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8F84F-EA37-4D3D-86EB-CDDED980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69FE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9FE6"/>
                </a:solidFill>
                <a:latin typeface="Aptos"/>
                <a:ea typeface="Aptos"/>
                <a:cs typeface="Aptos"/>
              </a:rPr>
              <a:t>APRENDE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C50BF-5E6A-4C21-9C8E-8A721657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1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Aprendizaje que</a:t>
            </a:r>
          </a:p>
          <a:p xmlns:a="http://schemas.openxmlformats.org/drawingml/2006/main">
            <a:pPr algn="l">
              <a:defRPr sz="41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1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 puede gestionar.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B0458-099E-4D4B-93F9-E1F8651E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Plataforma B2B para crear capacitación, activar cohortes y tomar decisiones con evidencia.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15ECE-BCFE-49DA-A89D-7A2379EC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571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2ABA4-8708-4EA6-A1E8-D306261A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343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69FE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69FE6"/>
                </a:solidFill>
                <a:latin typeface="Aptos"/>
                <a:ea typeface="Aptos"/>
                <a:cs typeface="Aptos"/>
              </a:rPr>
              <a:t>PROPUESTA COMERCIAL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23930-2FB9-40FD-9B32-1A3FE151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7700"/>
            <a:ext cx="546735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d06209c44469a"/>
          <a:stretch xmlns:a="http://schemas.openxmlformats.org/drawingml/2006/main"/>
        </p:blipFill>
        <p:spPr>
          <a:xfrm xmlns:a="http://schemas.openxmlformats.org/drawingml/2006/main">
            <a:off x="6115050" y="1719342"/>
            <a:ext cx="5314950" cy="2523965"/>
          </a:xfrm>
          <a:prstGeom xmlns:a="http://schemas.openxmlformats.org/drawingml/2006/main" prst="roundRect">
            <a:avLst>
              <a:gd name="adj" fmla="val 168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5CCB0-63B2-4487-8F1C-83A05AAE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24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Una experiencia para cada rol, una operación centralizada.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D3B12-8732-43CD-B3D1-BE166799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924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Captura real de la plataforma</a:t>
            </a:r>
          </a:p>
        </p:txBody>
      </p:sp>
    </p:spTree>
    <p:extLst>
      <p:ext uri="{BB962C8B-B14F-4D97-AF65-F5344CB8AC3E}">
        <p14:creationId xmlns:p14="http://schemas.microsoft.com/office/powerpoint/2010/main" val="1129375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68A9D9-2DFA-4E97-A1A6-BD5FEB88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capacitación deja de ser un listado de cursos cuando se vuelve gestión.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6B11A-D9AC-4AE1-A0C7-33E436B4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Aprende reúne contenido, asignación, avance y seguimiento en un solo flujo para equipos de RR.HH., operaciones y formación.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4B3D5-BEAE-43E8-A760-FD92F1DA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3718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D7809-B238-4FC7-B36B-D9470FF9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69FE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269FE6"/>
                </a:solidFill>
                <a:latin typeface="Aptos"/>
                <a:ea typeface="Aptos"/>
                <a:cs typeface="Aptos"/>
              </a:rPr>
              <a:t>Crear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54AD7-425D-434B-B5C2-B70FF301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Cursos, lecciones, video, texto y evaluaciones.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A2D3A-C97C-4173-A00B-2492C993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3718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E4A8B-1E4F-46CC-B00D-FF86E0AF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146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69FE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269FE6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55CA7-1740-4C86-87E7-620570C2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Cohortes, instituciones y fechas límite.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98D24-3F62-441F-A09D-8DB59FF6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33718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6E60A-F59E-4012-8790-AF78C062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146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69FE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269FE6"/>
                </a:solidFill>
                <a:latin typeface="Aptos"/>
                <a:ea typeface="Aptos"/>
                <a:cs typeface="Aptos"/>
              </a:rPr>
              <a:t>Medir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CCF59-D80D-4D74-B08A-7DB43373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Avance, actividad, aprobaciones y exportación.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E642C-3D3F-494D-BDB7-522C58B8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Resultado: una operación de aprendizaje visible, accionable y escalable para cada cliente B2B.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53734-5C6D-4A63-A76D-D2F442D6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APRENDE  |  PLATAFORMA B2B DE APRENDIZAJE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FBBA3-F528-4289-A9DD-66CE8441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27306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A01999-6267-4AEA-A896-F46EFD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Cuatro roles, una experiencia alineada a la operación.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95764-2E22-40F6-8768-A5F7CDE2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Cada perfil recibe la información y acciones que necesita, sin sobrecargar la experiencia.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8CB9B-3B6E-461D-81FB-76763C88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54292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8FEA1-0BE6-4B9C-9317-ACDBAA43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9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88869-F204-4C75-B61D-FE8B809A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Alumno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EBC4B-1CF1-43CA-B137-71C9C08C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Aprende con rutas guiadas, progreso y certificados.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C5790-EF37-4251-854E-526E10BB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54292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B29B2-D787-4F51-A7BD-BD1FD775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336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D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4E6F9-6E9B-4E12-98BE-FD95038A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86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Profesor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D1FC2-BF64-48C7-8BFA-821060DD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Crea, organiza y evalúa cursos de su portafolio.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D5295-B90B-4F45-8690-D37415CC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54292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BC26D-C406-48EA-A909-0D7879A8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69E05-238B-4DCB-89BD-9C43109F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Supervisor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C832C-54B7-4425-9542-3F751778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Asigna cohortes y da seguimiento a su institución.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ADD9E-7AC1-4E08-A01D-27268E16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91000"/>
            <a:ext cx="54292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8B363-2C1A-4A00-9422-72E6EA01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862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0C050-CDBC-4D23-89F9-22A8D434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386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Administrador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BCB07-43C3-4AD9-950D-D1CFD8D5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339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Gobierna usuarios, instituciones, contenidos y reportes.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CD615-8095-46AF-91BF-C1EFDA87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APRENDE  |  PLATAFORMA B2B DE APRENDIZAJE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5DD72-6432-47AA-897B-214308FE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515159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55CFAE-08F0-4F9F-81A6-177829EA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Administración central para equipos B2B.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54D65-D64F-4DED-BC62-73842CE4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La plataforma segmenta usuarios por rol y los asigna a instituciones para reflejar cómo se organiza cada negocio cliente.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87810-311A-485A-A8FE-4991EA00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0550"/>
            <a:ext cx="5372100" cy="510540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1c0f1e60e4064"/>
          <a:stretch xmlns:a="http://schemas.openxmlformats.org/drawingml/2006/main"/>
        </p:blipFill>
        <p:spPr>
          <a:xfrm xmlns:a="http://schemas.openxmlformats.org/drawingml/2006/main">
            <a:off x="6267450" y="1903883"/>
            <a:ext cx="5219700" cy="2478733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4FCB4-E37E-46C1-92B2-C175F4AB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9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AD9C9-217C-477B-87A4-53E80364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Roles configurables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8D09B-5F75-4884-956F-FA0CB31C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Alumno, profesor, supervisor y administrador.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BB2FF-2F78-4AA1-858A-775CD483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D9F02-661D-4B9A-9FE7-87EDFAC1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Instituciones y cohortes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22CC3-6D0F-4CCB-87C3-3E8F0AE3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Una operación aislada y visible para cada cliente o unidad.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66C1C-B838-40A5-86C3-FDA46F81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D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68819-5DB1-4260-8CFA-9E000365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Modo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73A72-87C2-44FE-9689-9136D6F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El administrador puede previsualizar la experiencia de cada rol.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9EC24-478B-4863-B86F-6693BAC9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912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Captura real: gestión de usuarios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F40DD-B697-492D-ACCB-869CF69A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APRENDE  |  PLATAFORMA B2B DE APRENDIZAJE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47C0B-A7B4-477E-9236-51ED197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29850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553EE7-5403-46B5-8758-A2A47AEE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095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Autonomía para crear y actualizar cursos.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4AF39-2A1E-4877-8F2C-6957C425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Los equipos formadores diseñan experiencias completas, publican cuando están listas y mantienen el contenido actualizado.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8C996-2B8C-4785-BA45-A928BE5B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9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E5136-CB6E-433B-AC8C-E0A3EDD2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Estructura pedagógica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5384C-8AA8-40E5-A9C4-24E71257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Módulos y lecciones con orden editable.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797C8-4577-4383-8B36-6DA00B55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D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FB269-C8A7-4FC2-9EF9-B3F979C8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Formatos flexibles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E1584-46AB-407B-B362-FA04D4E4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Video, texto y evaluaciones por lección.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8780C-4648-4F91-9A10-43B00598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81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6BF9A-F86C-491B-A3E0-49204C7A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Publicación controlada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B5E96-2741-4455-9E32-7428909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Estados de borrador, publicado y archivado.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A24AD-175D-43C2-9DC9-D580C0EA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47700"/>
            <a:ext cx="54483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6e680285e40cb"/>
          <a:stretch xmlns:a="http://schemas.openxmlformats.org/drawingml/2006/main"/>
        </p:blipFill>
        <p:spPr>
          <a:xfrm xmlns:a="http://schemas.openxmlformats.org/drawingml/2006/main">
            <a:off x="6191250" y="1981040"/>
            <a:ext cx="5295900" cy="2514919"/>
          </a:xfrm>
          <a:prstGeom xmlns:a="http://schemas.openxmlformats.org/drawingml/2006/main" prst="roundRect">
            <a:avLst>
              <a:gd name="adj" fmla="val 1515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25F05-2313-4A6A-9DC0-2CBB33EB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245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Captura real: creación y edición de cursos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8F6FD-5294-432A-8F7F-B30194BF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APRENDE  |  PLATAFORMA B2B DE APRENDIZAJE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72636-CB49-4FE5-AB2A-66391DDE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40106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EADAA6-57BF-46CA-AB93-3593E3C6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 supervisor puede convertir el avance en una acción concreta.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25E9A-4E72-4A13-A2BF-026C1F70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7010400" cy="4010025"/>
          </a:xfrm>
          <a:prstGeom xmlns:a="http://schemas.openxmlformats.org/drawingml/2006/main" prst="roundRect">
            <a:avLst>
              <a:gd name="adj" fmla="val 28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ac9dc6f674d8f"/>
          <a:stretch xmlns:a="http://schemas.openxmlformats.org/drawingml/2006/main"/>
        </p:blipFill>
        <p:spPr>
          <a:xfrm xmlns:a="http://schemas.openxmlformats.org/drawingml/2006/main">
            <a:off x="533400" y="1710148"/>
            <a:ext cx="6858000" cy="3256730"/>
          </a:xfrm>
          <a:prstGeom xmlns:a="http://schemas.openxmlformats.org/drawingml/2006/main" prst="roundRect">
            <a:avLst>
              <a:gd name="adj" fmla="val 197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51C01-310B-4DA1-B763-DC35AFC2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F3889-DD5F-4087-8AEF-10861129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69FE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69FE6"/>
                </a:solidFill>
                <a:latin typeface="Aptos"/>
                <a:ea typeface="Aptos"/>
                <a:cs typeface="Aptos"/>
              </a:rPr>
              <a:t>CAPTURA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9E7BF-5BBF-4967-82EC-7DD872A6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0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Seguimiento de institución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3FFDD-8A51-4001-A0E6-7AEE114F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574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Filtros por curso y estado, búsqueda, orden, paginación y exportación CSV para priorizar alumnos inactivos o en riesgo.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A5202-5705-498C-9379-7DB08BF9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69FE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69FE6"/>
                </a:solidFill>
                <a:latin typeface="Aptos"/>
                <a:ea typeface="Aptos"/>
                <a:cs typeface="Aptos"/>
              </a:rPr>
              <a:t>Además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4283B-0D63-422B-A595-47EDBFDA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Asignación masiva de cursos, fechas límite y reprogramación de compromisos por cohorte.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FC0AB-E4D2-4E99-8D78-F11229C8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APRENDE  |  PLATAFORMA B2B DE APRENDIZAJE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760AF-125C-4C1E-BCF0-0EA8E223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55285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965EDF-97A3-4AA2-A9F2-BE0B62E3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dirección ve el estado de la capacitación.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05248-ABE4-495F-B3D9-C08591CB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El dashboard ejecutivo transforma inscripciones, actividad, finalización y aprobaciones en un punto de control común.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023EF-8F2D-47FD-B42F-01C13F1B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0550"/>
            <a:ext cx="5734050" cy="505777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b1dfba5a84016"/>
          <a:stretch xmlns:a="http://schemas.openxmlformats.org/drawingml/2006/main"/>
        </p:blipFill>
        <p:spPr>
          <a:xfrm xmlns:a="http://schemas.openxmlformats.org/drawingml/2006/main">
            <a:off x="5905500" y="1794129"/>
            <a:ext cx="5581650" cy="2650616"/>
          </a:xfrm>
          <a:prstGeom xmlns:a="http://schemas.openxmlformats.org/drawingml/2006/main" prst="roundRect">
            <a:avLst>
              <a:gd name="adj" fmla="val 15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9781E-2759-43CB-8E20-D2A58F8A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69FE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69FE6"/>
                </a:solidFill>
                <a:latin typeface="Aptos"/>
                <a:ea typeface="Aptos"/>
                <a:cs typeface="Aptos"/>
              </a:rPr>
              <a:t>Usuarios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01C37-72E6-4AFF-A0A4-363B45A2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Distribución de alumnos, profesores, supervisores y admins.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B6648-14D8-4CF0-94E8-C0563DFA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69FE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69FE6"/>
                </a:solidFill>
                <a:latin typeface="Aptos"/>
                <a:ea typeface="Aptos"/>
                <a:cs typeface="Aptos"/>
              </a:rPr>
              <a:t>Actividad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4E17D-1BE6-4C36-A309-430CF59C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766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Inscripciones y desempeño por curso e institución.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0C09F-532F-44C2-9ABE-F35E71B6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69FE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69FE6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37ECC-E3B8-496F-82BA-BC77A391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529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Señales para intervenir antes de que el avance se detenga.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408FA-3EE9-42A5-8411-3D9FE4C6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91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Captura real: panel ejecutivo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236FD-C0F1-44B8-9375-F58F832A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APRENDE  |  PLATAFORMA B2B DE APRENDIZAJE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697CA-8C8E-4C31-8A56-5D24061C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7891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450124-2A71-4373-AC48-8DB060B2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 catálogo profesional para activar la oferta de formación.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5A824-DD5D-40C2-8834-022B0A8F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248400" cy="3629025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3333e23f040c1"/>
          <a:stretch xmlns:a="http://schemas.openxmlformats.org/drawingml/2006/main"/>
        </p:blipFill>
        <p:spPr>
          <a:xfrm xmlns:a="http://schemas.openxmlformats.org/drawingml/2006/main">
            <a:off x="533400" y="1795463"/>
            <a:ext cx="6096000" cy="2895600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64828-DC89-456C-AE26-4DA03020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Diseñado para vender y ejecutar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F1810-40A1-4FCC-926E-478EAEEF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95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9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D2A63-99D0-4C6A-A634-AAF26BB3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66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Portadas profesionales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286C8-5617-4C18-BEC7-2155117F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050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Catálogo reconocible y listo para presentar a clientes.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926C2-F06E-4319-B96B-895865C4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05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15419-E117-45EC-BF39-C3D858E3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76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Oferta administrable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8DE8A-CE4B-4840-BF4B-4F5F0F38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14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Cursos publicados, borradores y archivados en un solo lugar.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89057-7944-4AE8-8BE1-E8139B8B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D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CE8A9-4C56-48FA-91B0-3684C19E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Rutas para aprender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745CA-2856-408A-A32B-42C00165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243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Inscripción, avance guiado, evaluaciones y certificados.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C8E37-901E-4A09-B26F-02F86181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Captura real: catálogo de cursos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C3B99-3915-461F-880A-6D52B6A8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APRENDE  |  PLATAFORMA B2B DE APRENDIZAJE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5C879-ED5D-4BF0-800A-16BD377A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F6B7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65223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F40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C68CC-AA02-4DB4-87F0-130C58F2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E0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CE0FF"/>
                </a:solidFill>
                <a:latin typeface="Aptos"/>
                <a:ea typeface="Aptos"/>
                <a:cs typeface="Aptos"/>
              </a:rPr>
              <a:t>APRENDE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E764C-7FB1-4FF7-8D78-3D189257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Capacitación que se ve,</a:t>
            </a:r>
          </a:p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 gestiona y mejora.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3513F-E6D5-4DB9-AA55-C3604A51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CE0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CE0FF"/>
                </a:solidFill>
                <a:latin typeface="Aptos"/>
                <a:ea typeface="Aptos"/>
                <a:cs typeface="Aptos"/>
              </a:rPr>
              <a:t>Siguiente paso propuesto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CE0DE-46E2-412D-B6BC-C08CBD5A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Definir una cohorte piloto, cargar el portafolio inicial y acordar las métricas que su negocio necesita mover.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8D9C7-0DA6-46F1-AF9E-A3B41201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4E7E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4E7E3"/>
                </a:solidFill>
                <a:latin typeface="Aptos"/>
                <a:ea typeface="Aptos"/>
                <a:cs typeface="Aptos"/>
              </a:rPr>
              <a:t>Demo disponible con vistas de alumno, profesor, supervisor y administrador.</a:t>
            </a:r>
          </a:p>
        </p:txBody>
      </p:sp>
    </p:spTree>
    <p:extLst>
      <p:ext uri="{BB962C8B-B14F-4D97-AF65-F5344CB8AC3E}">
        <p14:creationId xmlns:p14="http://schemas.microsoft.com/office/powerpoint/2010/main" val="1303976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2026-07-13T16:13:25.7950000Z</dcterms:created>
  <dcterms:modified xsi:type="dcterms:W3CDTF">2026-07-13T16:13:25.7950000Z</dcterms:modified>
</coreProperties>
</file>